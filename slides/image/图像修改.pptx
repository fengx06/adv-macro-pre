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49763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67" d="100"/>
          <a:sy n="167" d="100"/>
        </p:scale>
        <p:origin x="1758" y="144"/>
      </p:cViewPr>
      <p:guideLst>
        <p:guide orient="horz" pos="2046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99100" y="866400"/>
            <a:ext cx="7349400" cy="243547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685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99100" y="3373502"/>
            <a:ext cx="7349400" cy="139510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275" spc="200"/>
            </a:lvl1pPr>
            <a:lvl2pPr marL="433070" indent="0" algn="ctr">
              <a:buNone/>
              <a:defRPr sz="1895"/>
            </a:lvl2pPr>
            <a:lvl3pPr marL="866140" indent="0" algn="ctr">
              <a:buNone/>
              <a:defRPr sz="1705"/>
            </a:lvl3pPr>
            <a:lvl4pPr marL="1299845" indent="0" algn="ctr">
              <a:buNone/>
              <a:defRPr sz="1515"/>
            </a:lvl4pPr>
            <a:lvl5pPr marL="1732915" indent="0" algn="ctr">
              <a:buNone/>
              <a:defRPr sz="1515"/>
            </a:lvl5pPr>
            <a:lvl6pPr marL="2165985" indent="0" algn="ctr">
              <a:buNone/>
              <a:defRPr sz="1515"/>
            </a:lvl6pPr>
            <a:lvl7pPr marL="2599055" indent="0" algn="ctr">
              <a:buNone/>
              <a:defRPr sz="1515"/>
            </a:lvl7pPr>
            <a:lvl8pPr marL="3032125" indent="0" algn="ctr">
              <a:buNone/>
              <a:defRPr sz="1515"/>
            </a:lvl8pPr>
            <a:lvl9pPr marL="3465830" indent="0" algn="ctr">
              <a:buNone/>
              <a:defRPr sz="1515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2026/06/14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576463"/>
            <a:ext cx="8226900" cy="6685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6300" y="1412164"/>
            <a:ext cx="8226900" cy="450937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2026/06/14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493100" y="3646384"/>
            <a:ext cx="5826600" cy="726548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17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493100" y="4372932"/>
            <a:ext cx="5826600" cy="82205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70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33070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2pPr>
            <a:lvl3pPr marL="866140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3pPr>
            <a:lvl4pPr marL="1299845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4pPr>
            <a:lvl5pPr marL="1732915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5pPr>
            <a:lvl6pPr marL="2165985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6pPr>
            <a:lvl7pPr marL="2599055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7pPr>
            <a:lvl8pPr marL="3032125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8pPr>
            <a:lvl9pPr marL="3465830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2026/06/14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576463"/>
            <a:ext cx="8226900" cy="6685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00" y="1422397"/>
            <a:ext cx="3882600" cy="449914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700" y="1422397"/>
            <a:ext cx="3882600" cy="449914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2026/06/14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576463"/>
            <a:ext cx="8226900" cy="6685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00" y="1354176"/>
            <a:ext cx="4006800" cy="361568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33070" indent="0">
              <a:buNone/>
              <a:defRPr sz="1895" b="1"/>
            </a:lvl2pPr>
            <a:lvl3pPr marL="866140" indent="0">
              <a:buNone/>
              <a:defRPr sz="1705" b="1"/>
            </a:lvl3pPr>
            <a:lvl4pPr marL="1299845" indent="0">
              <a:buNone/>
              <a:defRPr sz="1515" b="1"/>
            </a:lvl4pPr>
            <a:lvl5pPr marL="1732915" indent="0">
              <a:buNone/>
              <a:defRPr sz="1515" b="1"/>
            </a:lvl5pPr>
            <a:lvl6pPr marL="2165985" indent="0">
              <a:buNone/>
              <a:defRPr sz="1515" b="1"/>
            </a:lvl6pPr>
            <a:lvl7pPr marL="2599055" indent="0">
              <a:buNone/>
              <a:defRPr sz="1515" b="1"/>
            </a:lvl7pPr>
            <a:lvl8pPr marL="3032125" indent="0">
              <a:buNone/>
              <a:defRPr sz="1515" b="1"/>
            </a:lvl8pPr>
            <a:lvl9pPr marL="3465830" indent="0">
              <a:buNone/>
              <a:defRPr sz="1515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00" y="1756677"/>
            <a:ext cx="4006800" cy="416486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1347097"/>
            <a:ext cx="4006800" cy="36156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33070" indent="0">
              <a:buNone/>
              <a:defRPr sz="1895" b="1"/>
            </a:lvl2pPr>
            <a:lvl3pPr marL="866140" indent="0">
              <a:buNone/>
              <a:defRPr sz="1705" b="1"/>
            </a:lvl3pPr>
            <a:lvl4pPr marL="1299845" indent="0">
              <a:buNone/>
              <a:defRPr sz="1515" b="1"/>
            </a:lvl4pPr>
            <a:lvl5pPr marL="1732915" indent="0">
              <a:buNone/>
              <a:defRPr sz="1515" b="1"/>
            </a:lvl5pPr>
            <a:lvl6pPr marL="2165985" indent="0">
              <a:buNone/>
              <a:defRPr sz="1515" b="1"/>
            </a:lvl6pPr>
            <a:lvl7pPr marL="2599055" indent="0">
              <a:buNone/>
              <a:defRPr sz="1515" b="1"/>
            </a:lvl7pPr>
            <a:lvl8pPr marL="3032125" indent="0">
              <a:buNone/>
              <a:defRPr sz="1515" b="1"/>
            </a:lvl8pPr>
            <a:lvl9pPr marL="3465830" indent="0">
              <a:buNone/>
              <a:defRPr sz="1515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756677"/>
            <a:ext cx="4006800" cy="416486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2026/06/14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576463"/>
            <a:ext cx="8226900" cy="6685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2026/06/14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2026/06/14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473562"/>
            <a:ext cx="3924808" cy="436611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1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762800" y="1473562"/>
            <a:ext cx="3920400" cy="436611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15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2026/06/14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7676100" y="866400"/>
            <a:ext cx="783000" cy="4765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65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85800" y="866400"/>
            <a:ext cx="6876900" cy="4765200"/>
          </a:xfrm>
        </p:spPr>
        <p:txBody>
          <a:bodyPr vert="eaVert" lIns="46800" tIns="46800" rIns="46800" bIns="46800"/>
          <a:lstStyle>
            <a:lvl1pPr marL="216535" indent="-216535">
              <a:spcAft>
                <a:spcPts val="1000"/>
              </a:spcAft>
              <a:defRPr spc="300"/>
            </a:lvl1pPr>
            <a:lvl2pPr marL="649605" indent="-216535">
              <a:defRPr spc="300"/>
            </a:lvl2pPr>
            <a:lvl3pPr marL="1083310" indent="-216535">
              <a:defRPr spc="300"/>
            </a:lvl3pPr>
            <a:lvl4pPr marL="1516380" indent="-216535">
              <a:defRPr spc="300"/>
            </a:lvl4pPr>
            <a:lvl5pPr marL="1949450" indent="-21653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2026/06/14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2026/06/14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33370"/>
            <a:ext cx="8229600" cy="519498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2026/06/14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353606"/>
            <a:ext cx="7349400" cy="96532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568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373502"/>
            <a:ext cx="7349400" cy="44684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27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56300" y="576463"/>
            <a:ext cx="8226900" cy="668561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56300" y="1412164"/>
            <a:ext cx="8226900" cy="450937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59000" y="5982935"/>
            <a:ext cx="2025000" cy="300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2026/06/14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000" y="5982935"/>
            <a:ext cx="2970000" cy="300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658200" y="5982935"/>
            <a:ext cx="2025000" cy="300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66140" rtl="0" eaLnBrk="1" fontAlgn="auto" latinLnBrk="0" hangingPunct="1">
        <a:lnSpc>
          <a:spcPct val="100000"/>
        </a:lnSpc>
        <a:spcBef>
          <a:spcPct val="0"/>
        </a:spcBef>
        <a:buNone/>
        <a:defRPr sz="341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16535" indent="-216535" algn="l" defTabSz="8661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7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49605" indent="-216535" algn="l" defTabSz="86614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525270" algn="l"/>
          <a:tab pos="1525270" algn="l"/>
          <a:tab pos="1525270" algn="l"/>
          <a:tab pos="1525270" algn="l"/>
        </a:tabLst>
        <a:defRPr sz="15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083310" indent="-216535" algn="l" defTabSz="86614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5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516380" indent="-216535" algn="l" defTabSz="86614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949450" indent="-216535" algn="l" defTabSz="86614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382520" indent="-216535" algn="l" defTabSz="86614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5590" indent="-216535" algn="l" defTabSz="86614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49295" indent="-216535" algn="l" defTabSz="86614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2365" indent="-216535" algn="l" defTabSz="86614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070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140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299845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2915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5985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599055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2125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5830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jpeg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6.jpe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fig4_productivity_measu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635" cy="6497955"/>
          </a:xfrm>
          <a:prstGeom prst="rect">
            <a:avLst/>
          </a:prstGeom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40B12DE-068E-F085-A250-A8C0FE51A1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532519"/>
              </p:ext>
            </p:extLst>
          </p:nvPr>
        </p:nvGraphicFramePr>
        <p:xfrm>
          <a:off x="5641975" y="3628787"/>
          <a:ext cx="230459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1495440" imgH="231840" progId="Equation.AxMath">
                  <p:embed/>
                </p:oleObj>
              </mc:Choice>
              <mc:Fallback>
                <p:oleObj name="AxMath" r:id="rId4" imgW="1495440" imgH="2318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41975" y="3628787"/>
                        <a:ext cx="2304597" cy="357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EA8830E-5E61-D0CE-29E7-26B532339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878597"/>
              </p:ext>
            </p:extLst>
          </p:nvPr>
        </p:nvGraphicFramePr>
        <p:xfrm>
          <a:off x="2540000" y="4453783"/>
          <a:ext cx="28448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1848600" imgH="232560" progId="Equation.AxMath">
                  <p:embed/>
                </p:oleObj>
              </mc:Choice>
              <mc:Fallback>
                <p:oleObj name="AxMath" r:id="rId6" imgW="1848600" imgH="23256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40000" y="4453783"/>
                        <a:ext cx="2844800" cy="357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39C5879-6364-C59A-8269-E7EE3F5D3E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364616"/>
              </p:ext>
            </p:extLst>
          </p:nvPr>
        </p:nvGraphicFramePr>
        <p:xfrm>
          <a:off x="4013253" y="1902406"/>
          <a:ext cx="3157747" cy="324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2302200" imgH="237240" progId="Equation.AxMath">
                  <p:embed/>
                </p:oleObj>
              </mc:Choice>
              <mc:Fallback>
                <p:oleObj name="AxMath" r:id="rId8" imgW="2302200" imgH="2372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13253" y="1902406"/>
                        <a:ext cx="3157747" cy="324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1147F8F-64E7-F352-7F46-7B6BD4A2D9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895377"/>
              </p:ext>
            </p:extLst>
          </p:nvPr>
        </p:nvGraphicFramePr>
        <p:xfrm>
          <a:off x="1361758" y="1146969"/>
          <a:ext cx="1236416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786600" imgH="227520" progId="Equation.AxMath">
                  <p:embed/>
                </p:oleObj>
              </mc:Choice>
              <mc:Fallback>
                <p:oleObj name="AxMath" r:id="rId10" imgW="786600" imgH="22752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61758" y="1146969"/>
                        <a:ext cx="1236416" cy="357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ig6_measuring_neutral_tech_chan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310"/>
            <a:ext cx="9144000" cy="63633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66096" y="3014282"/>
            <a:ext cx="309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0EB68CB-5D05-3533-9B34-062F7F2B29BA}"/>
              </a:ext>
            </a:extLst>
          </p:cNvPr>
          <p:cNvCxnSpPr>
            <a:cxnSpLocks/>
          </p:cNvCxnSpPr>
          <p:nvPr/>
        </p:nvCxnSpPr>
        <p:spPr>
          <a:xfrm flipV="1">
            <a:off x="2282221" y="3536688"/>
            <a:ext cx="846387" cy="10353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13ACD08-AD6C-7AB8-3E5E-2230A6333FA9}"/>
              </a:ext>
            </a:extLst>
          </p:cNvPr>
          <p:cNvCxnSpPr>
            <a:cxnSpLocks/>
          </p:cNvCxnSpPr>
          <p:nvPr/>
        </p:nvCxnSpPr>
        <p:spPr>
          <a:xfrm flipV="1">
            <a:off x="3128608" y="3209925"/>
            <a:ext cx="257530" cy="326763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E9E19A1-9987-B960-2956-DE0D48ADCD49}"/>
              </a:ext>
            </a:extLst>
          </p:cNvPr>
          <p:cNvCxnSpPr>
            <a:cxnSpLocks/>
          </p:cNvCxnSpPr>
          <p:nvPr/>
        </p:nvCxnSpPr>
        <p:spPr>
          <a:xfrm flipV="1">
            <a:off x="1949502" y="3373306"/>
            <a:ext cx="827988" cy="1022985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1EEA330-2F46-9B5D-6850-6EAA71186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140459"/>
              </p:ext>
            </p:extLst>
          </p:nvPr>
        </p:nvGraphicFramePr>
        <p:xfrm>
          <a:off x="4863465" y="2645982"/>
          <a:ext cx="221969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1426320" imgH="237240" progId="Equation.AxMath">
                  <p:embed/>
                </p:oleObj>
              </mc:Choice>
              <mc:Fallback>
                <p:oleObj name="AxMath" r:id="rId4" imgW="1426320" imgH="2372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63465" y="2645982"/>
                        <a:ext cx="2219692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BD9ED45-10B3-B313-5E37-7850321F0CBA}"/>
              </a:ext>
            </a:extLst>
          </p:cNvPr>
          <p:cNvCxnSpPr>
            <a:cxnSpLocks/>
          </p:cNvCxnSpPr>
          <p:nvPr/>
        </p:nvCxnSpPr>
        <p:spPr>
          <a:xfrm flipV="1">
            <a:off x="3644952" y="3536688"/>
            <a:ext cx="304113" cy="375733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18D381B-3A7E-ADD8-C719-9A08EFC5F9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584325"/>
              </p:ext>
            </p:extLst>
          </p:nvPr>
        </p:nvGraphicFramePr>
        <p:xfrm>
          <a:off x="1672287" y="3724554"/>
          <a:ext cx="554430" cy="299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421200" imgH="226800" progId="Equation.AxMath">
                  <p:embed/>
                </p:oleObj>
              </mc:Choice>
              <mc:Fallback>
                <p:oleObj name="AxMath" r:id="rId6" imgW="421200" imgH="226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72287" y="3724554"/>
                        <a:ext cx="554430" cy="2991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1F21A32-0010-17A7-D84A-9EDD8A01DA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771399"/>
              </p:ext>
            </p:extLst>
          </p:nvPr>
        </p:nvGraphicFramePr>
        <p:xfrm>
          <a:off x="3875976" y="3712227"/>
          <a:ext cx="513011" cy="267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435240" imgH="226800" progId="Equation.AxMath">
                  <p:embed/>
                </p:oleObj>
              </mc:Choice>
              <mc:Fallback>
                <p:oleObj name="AxMath" r:id="rId8" imgW="435240" imgH="226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75976" y="3712227"/>
                        <a:ext cx="513011" cy="267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60C461D1-D6D1-4177-E77B-AC33F06911D5}"/>
              </a:ext>
            </a:extLst>
          </p:cNvPr>
          <p:cNvSpPr txBox="1"/>
          <p:nvPr/>
        </p:nvSpPr>
        <p:spPr>
          <a:xfrm>
            <a:off x="2470714" y="200533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高估部分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84C8336-66B5-A353-CAE1-627F07783148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2973416" y="2343890"/>
            <a:ext cx="155192" cy="9479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</Words>
  <Application>Microsoft Office PowerPoint</Application>
  <PresentationFormat>自定义</PresentationFormat>
  <Paragraphs>1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华文中宋</vt:lpstr>
      <vt:lpstr>Arial</vt:lpstr>
      <vt:lpstr>Wingdings</vt:lpstr>
      <vt:lpstr>WPS</vt:lpstr>
      <vt:lpstr>AxMath</vt:lpstr>
      <vt:lpstr>Equation.AxMath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Xiaoxin Feng</dc:creator>
  <cp:lastModifiedBy>Xiaoxin Feng</cp:lastModifiedBy>
  <cp:revision>166</cp:revision>
  <dcterms:created xsi:type="dcterms:W3CDTF">2019-06-19T02:08:00Z</dcterms:created>
  <dcterms:modified xsi:type="dcterms:W3CDTF">2026-06-14T13:31:03Z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5583B77D83D747FF9CFDCE119F71FD76_13</vt:lpwstr>
  </property>
</Properties>
</file>